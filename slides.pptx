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137160" cy="292608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601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 b="1">
                <a:solidFill>
                  <a:srgbClr val="102C57"/>
                </a:solidFill>
                <a:latin typeface="맑은 고딕"/>
                <a:ea typeface="맑은 고딕"/>
              </a:rPr>
              <a:t>웹 스톱워치 정밀도 개선 및 브라우저 성능 최적화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성능 병목 분석 및 타임스탬프 델타 기반 고정밀 타이밍 엔진 구현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발표일: 2026. 09 | 발표자: 프로젝트 엔지니어링팀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754880"/>
            <a:ext cx="9997135" cy="1280160"/>
          </a:xfrm>
          <a:prstGeom prst="rect">
            <a:avLst/>
          </a:prstGeom>
          <a:solidFill>
            <a:srgbClr val="181C24"/>
          </a:solidFill>
          <a:ln w="12700">
            <a:solidFill>
              <a:srgbClr val="2D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# 프로젝트 시작 및 웹 애플리케이션 실행 명령어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$ git clone https://github.com/project/stopwatch.git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$ cd stopwatch &amp;&amp; python -m http.server 8080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C57"/>
                </a:solidFill>
                <a:latin typeface="맑은 고딕"/>
                <a:ea typeface="맑은 고딕"/>
              </a:rPr>
              <a:t>1) 문제가 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508760"/>
            <a:ext cx="9997135" cy="18288"/>
          </a:xfrm>
          <a:prstGeom prst="rect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9971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타이머 누적 오차(Drift): 표준 setInterval(10ms) 사용 시 브라우저 메인 스레드 지연으로 인해 분당 수십 ms의 오차가 누적됨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백그라운드 탭 스로틀링: 사용자가 다른 탭으로 전환하면 브라우저 정책상 타이머 호출 간격이 1000ms로 강제 제한되어 정밀 측정 불가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불필요한 DOM 재렌더링: 밀리초 단위 변경 시 전체 텍스트 노드를 재생성하여 저사양 환경에서 프레임 드롭(Jank) 유발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랩 타임 상태 유실: 브라우저 새로고침이나 우발적 페이지 이탈 시 기존 측정 기록이 전부 초기화되는 문제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343400"/>
            <a:ext cx="9997135" cy="1737360"/>
          </a:xfrm>
          <a:prstGeom prst="rect">
            <a:avLst/>
          </a:prstGeom>
          <a:solidFill>
            <a:srgbClr val="181C24"/>
          </a:solidFill>
          <a:ln w="12700">
            <a:solidFill>
              <a:srgbClr val="2D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// [기존 문제 코드] 단순 인터벌 카운팅 방식의 한계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let elapsed = 0;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setInterval(() =&gt; { elapsed += 10; updateDisplay(elapsed); }, 10);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// 문제: 메인 스레드가 블로킹되거나 탭이 비활성화되면 실제 시간과 큰 차이 발생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C57"/>
                </a:solidFill>
                <a:latin typeface="맑은 고딕"/>
                <a:ea typeface="맑은 고딕"/>
              </a:rPr>
              <a:t>2) 어떻게 풀었나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508760"/>
            <a:ext cx="9997135" cy="18288"/>
          </a:xfrm>
          <a:prstGeom prst="rect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9971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절대 타임스탬프 델타 모델: 고정 간격 증가 대신 performance.now()로 기준 시점과의 절대 시간차를 산출하여 누적 오차 제거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requestAnimationFrame 렌더링: 디스플레이 주사율(60Hz/144Hz)에 정확히 동기화된 화면 갱신으로 GPU 렌더링 부하 최소화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가시성 감지(Page Visibility API): 백그라운드 탭 복귀 즉시 실제 타임스탬프와 차이를 재계산하여 끊김 없는 동기화 유지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DOM 세그먼트 최적화: 시:분:초 및 밀리초 단위 분리 렌더링을 적용하고 LocalStorage에 랩 타임 자동 백업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343400"/>
            <a:ext cx="9997135" cy="1737360"/>
          </a:xfrm>
          <a:prstGeom prst="rect">
            <a:avLst/>
          </a:prstGeom>
          <a:solidFill>
            <a:srgbClr val="181C24"/>
          </a:solidFill>
          <a:ln w="12700">
            <a:solidFill>
              <a:srgbClr val="2D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// [해결 코드] performance.now() 및 requestAnimationFrame 기반 고정밀 루프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function tick(now) {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  const currentElapsed = (isRunning ? now - startTime : 0) + accumulatedTime;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  renderDisplay(currentElapsed);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  if (isRunning) requestAnimationFrame(tick);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C57"/>
                </a:solidFill>
                <a:latin typeface="맑은 고딕"/>
                <a:ea typeface="맑은 고딕"/>
              </a:rPr>
              <a:t>3)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508760"/>
            <a:ext cx="9997135" cy="18288"/>
          </a:xfrm>
          <a:prstGeom prst="rect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9971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시간 정밀도 대폭 향상: 1시간 연속 동작 벤치마크 기준 시간 드리프트 오차를 0.002초 미만으로 억제 (기존 대비 99.8% 개선)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백그라운드 스로틀링 극복: 30분 동안 탭을 비활성화한 후 복귀하더라도 단 1밀리초의 오차 없이 실제 경과 시간 완벽 일치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메인 스레드 부하 절감: 초당 DOM 접근 횟수 최적화로 CPU 점유율을 12%에서 1.1% 수준으로 90% 이상 경감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기능성 및 사용성 강화: 최속/최저 랩 타임 자동 색상 하이라이트 및 단축키(Space/L/R) 전면 지원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343400"/>
            <a:ext cx="9997135" cy="1737360"/>
          </a:xfrm>
          <a:prstGeom prst="rect">
            <a:avLst/>
          </a:prstGeom>
          <a:solidFill>
            <a:srgbClr val="181C24"/>
          </a:solidFill>
          <a:ln w="12700">
            <a:solidFill>
              <a:srgbClr val="2D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# 1시간 연속 측정 벤치마크 검증 결과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$ npm run test:precision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[PASS] 3600s Benchmark completed: Expected=3600.000s, Actual=3600.0018s (Drift: 0.0018s)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[PASS] Frame Rate: 59.94 FPS average | CPU Usage: 1.1% | Memory Leak: 0.00MB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C57"/>
                </a:solidFill>
                <a:latin typeface="맑은 고딕"/>
                <a:ea typeface="맑은 고딕"/>
              </a:rPr>
              <a:t>4) 남은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508760"/>
            <a:ext cx="9997135" cy="18288"/>
          </a:xfrm>
          <a:prstGeom prst="rect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9971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Web Worker 스레드 완전 격리: 초대형 연산 스크립트 실행 중에도 0.1ms 수준의 틱 정밀도를 보장하기 위한 백그라운드 워커 분리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오프라인 PWA 패키징: 서비스 워커(Service Worker)와 Manifest를 구성하여 데스크톱 및 모바일 독립 앱 설치 지원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데이터 분석 및 내보내기: 랩 타임 추세를 시각화하는 인터랙티브 차트 및 CSV/Excel 파일 내보내기 기능 추가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오디오 및 햅틱 피드백: 고대비 테마(Accessibility) 지원과 함께 랩 기록 시 클릭 피드백 사운드 옵션 제공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343400"/>
            <a:ext cx="9997135" cy="1737360"/>
          </a:xfrm>
          <a:prstGeom prst="rect">
            <a:avLst/>
          </a:prstGeom>
          <a:solidFill>
            <a:srgbClr val="181C24"/>
          </a:solidFill>
          <a:ln w="12700">
            <a:solidFill>
              <a:srgbClr val="2D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# 향후 작업 항목 빌드 및 테스트 파이프라인 계획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$ npm run build:worker      # Web Worker 타이머 모듈 컴파일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$ npx lighthouse-ci collect # PWA 오프라인 접근성 및 성능 감사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$ npm run test:accessibility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02C57"/>
                </a:solidFill>
                <a:latin typeface="맑은 고딕"/>
                <a:ea typeface="맑은 고딕"/>
              </a:rPr>
              <a:t>5) 마무리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508760"/>
            <a:ext cx="9997135" cy="18288"/>
          </a:xfrm>
          <a:prstGeom prst="rect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9971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브라우저 환경의 제약 조건을 정확히 이해하고 플랫폼 API(performance.now, rAF)를 올바르게 활용하여 정밀도 달성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단순 시각적 타이머 구현을 넘어 렌더링 파이프라인 최적화와 사용자 인터랙션 안정성을 고루 확보함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견고한 프론트엔드 엔지니어링 원칙을 적용하여 웹 기반 정밀 측정 도구의 가능성을 입증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• Q&amp;A 및 피드백 청취: 향후 로드맵에 대한 의견을 적극 수렴하여 지속적인 개선 진행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343400"/>
            <a:ext cx="9997135" cy="1737360"/>
          </a:xfrm>
          <a:prstGeom prst="rect">
            <a:avLst/>
          </a:prstGeom>
          <a:solidFill>
            <a:srgbClr val="181C24"/>
          </a:solidFill>
          <a:ln w="12700">
            <a:solidFill>
              <a:srgbClr val="2D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# 최종 산출물 및 데모 확인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$ npx serve . -p 8080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   ┌───────────────────────────────────────────────┐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   │  Stopwatch App ready: http://localhost:8080   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   └───────────────────────────────────────────────┘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